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75b0b98f754155" /><Relationship Type="http://schemas.openxmlformats.org/officeDocument/2006/relationships/extended-properties" Target="/docProps/app.xml" Id="R86333155aa8d45be" /><Relationship Type="http://schemas.openxmlformats.org/officeDocument/2006/relationships/officeDocument" Target="/ppt/presentation.xml" Id="R57f11cf195db48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6262664c5749d4"/>
  </p:sldMasterIdLst>
  <p:notesMasterIdLst>
    <p:notesMasterId xmlns:r="http://schemas.openxmlformats.org/officeDocument/2006/relationships" r:id="Raf4fc24c34664b7d"/>
  </p:notesMasterIdLst>
  <p:sldIdLst>
    <p:sldId xmlns:r="http://schemas.openxmlformats.org/officeDocument/2006/relationships" id="256" r:id="R8317b579a98244f8"/>
    <p:sldId xmlns:r="http://schemas.openxmlformats.org/officeDocument/2006/relationships" id="257" r:id="Racb2497d261041fa"/>
    <p:sldId xmlns:r="http://schemas.openxmlformats.org/officeDocument/2006/relationships" id="258" r:id="R68a3dc607b114c75"/>
    <p:sldId xmlns:r="http://schemas.openxmlformats.org/officeDocument/2006/relationships" id="259" r:id="Rb4794899648546af"/>
    <p:sldId xmlns:r="http://schemas.openxmlformats.org/officeDocument/2006/relationships" id="260" r:id="R60a10248e70146d8"/>
    <p:sldId xmlns:r="http://schemas.openxmlformats.org/officeDocument/2006/relationships" id="261" r:id="Rb16a00d788124654"/>
    <p:sldId xmlns:r="http://schemas.openxmlformats.org/officeDocument/2006/relationships" id="262" r:id="R243d71f868bf40d0"/>
    <p:sldId xmlns:r="http://schemas.openxmlformats.org/officeDocument/2006/relationships" id="263" r:id="R15af647183e0428e"/>
    <p:sldId xmlns:r="http://schemas.openxmlformats.org/officeDocument/2006/relationships" id="264" r:id="Re9fc67e939d74743"/>
    <p:sldId xmlns:r="http://schemas.openxmlformats.org/officeDocument/2006/relationships" id="265" r:id="R59b29f8c8e6d436e"/>
    <p:sldId xmlns:r="http://schemas.openxmlformats.org/officeDocument/2006/relationships" id="266" r:id="Rc4a4f35ce70640fa"/>
    <p:sldId xmlns:r="http://schemas.openxmlformats.org/officeDocument/2006/relationships" id="267" r:id="Rc0365e5c077b4ac2"/>
    <p:sldId xmlns:r="http://schemas.openxmlformats.org/officeDocument/2006/relationships" id="268" r:id="R094e976f5fea4139"/>
    <p:sldId xmlns:r="http://schemas.openxmlformats.org/officeDocument/2006/relationships" id="269" r:id="Rbc64f3736cf64bea"/>
    <p:sldId xmlns:r="http://schemas.openxmlformats.org/officeDocument/2006/relationships" id="270" r:id="Rf212ed18729c460e"/>
    <p:sldId xmlns:r="http://schemas.openxmlformats.org/officeDocument/2006/relationships" id="271" r:id="Rc0a46a6b7f304409"/>
  </p:sldIdLst>
  <p:sldSz cx="9144000" cy="5143500"/>
  <p:notesSz cx="6858000" cy="9144000"/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ff13ad99b64dc7" /><Relationship Type="http://schemas.openxmlformats.org/officeDocument/2006/relationships/slideMaster" Target="/ppt/slideMasters/slideMaster1.xml" Id="R136262664c5749d4" /><Relationship Type="http://schemas.openxmlformats.org/officeDocument/2006/relationships/notesMaster" Target="/ppt/notesMasters/notesMaster1.xml" Id="Raf4fc24c34664b7d" /><Relationship Type="http://schemas.openxmlformats.org/officeDocument/2006/relationships/presProps" Target="/ppt/presProps.xml" Id="R9716713f130a403d" /><Relationship Type="http://schemas.openxmlformats.org/officeDocument/2006/relationships/viewProps" Target="/ppt/viewProps.xml" Id="R3cca41bfc613433e" /><Relationship Type="http://schemas.openxmlformats.org/officeDocument/2006/relationships/tableStyles" Target="/ppt/tableStyles.xml" Id="R8ab077ea533b42dc" /><Relationship Type="http://schemas.openxmlformats.org/officeDocument/2006/relationships/slide" Target="/ppt/slides/slide1.xml" Id="R8317b579a98244f8" /><Relationship Type="http://schemas.openxmlformats.org/officeDocument/2006/relationships/slide" Target="/ppt/slides/slide2.xml" Id="Racb2497d261041fa" /><Relationship Type="http://schemas.openxmlformats.org/officeDocument/2006/relationships/slide" Target="/ppt/slides/slide3.xml" Id="R68a3dc607b114c75" /><Relationship Type="http://schemas.openxmlformats.org/officeDocument/2006/relationships/slide" Target="/ppt/slides/slide4.xml" Id="Rb4794899648546af" /><Relationship Type="http://schemas.openxmlformats.org/officeDocument/2006/relationships/slide" Target="/ppt/slides/slide5.xml" Id="R60a10248e70146d8" /><Relationship Type="http://schemas.openxmlformats.org/officeDocument/2006/relationships/slide" Target="/ppt/slides/slide6.xml" Id="Rb16a00d788124654" /><Relationship Type="http://schemas.openxmlformats.org/officeDocument/2006/relationships/slide" Target="/ppt/slides/slide7.xml" Id="R243d71f868bf40d0" /><Relationship Type="http://schemas.openxmlformats.org/officeDocument/2006/relationships/slide" Target="/ppt/slides/slide8.xml" Id="R15af647183e0428e" /><Relationship Type="http://schemas.openxmlformats.org/officeDocument/2006/relationships/slide" Target="/ppt/slides/slide9.xml" Id="Re9fc67e939d74743" /><Relationship Type="http://schemas.openxmlformats.org/officeDocument/2006/relationships/slide" Target="/ppt/slides/slide10.xml" Id="R59b29f8c8e6d436e" /><Relationship Type="http://schemas.openxmlformats.org/officeDocument/2006/relationships/slide" Target="/ppt/slides/slide11.xml" Id="Rc4a4f35ce70640fa" /><Relationship Type="http://schemas.openxmlformats.org/officeDocument/2006/relationships/slide" Target="/ppt/slides/slide12.xml" Id="Rc0365e5c077b4ac2" /><Relationship Type="http://schemas.openxmlformats.org/officeDocument/2006/relationships/slide" Target="/ppt/slides/slide13.xml" Id="R094e976f5fea4139" /><Relationship Type="http://schemas.openxmlformats.org/officeDocument/2006/relationships/slide" Target="/ppt/slides/slide14.xml" Id="Rbc64f3736cf64bea" /><Relationship Type="http://schemas.openxmlformats.org/officeDocument/2006/relationships/slide" Target="/ppt/slides/slide15.xml" Id="Rf212ed18729c460e" /><Relationship Type="http://schemas.openxmlformats.org/officeDocument/2006/relationships/slide" Target="/ppt/slides/slide16.xml" Id="Rc0a46a6b7f3044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fe9eac52eb49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f7b33173c0484b" /><Relationship Type="http://schemas.openxmlformats.org/officeDocument/2006/relationships/notesMaster" Target="/ppt/notesMasters/notesMaster1.xml" Id="Re7f78d42d2ba45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b720670f1c4944" /><Relationship Type="http://schemas.openxmlformats.org/officeDocument/2006/relationships/notesMaster" Target="/ppt/notesMasters/notesMaster1.xml" Id="R8b8bebe676664d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5be172520a4cfd" /><Relationship Type="http://schemas.openxmlformats.org/officeDocument/2006/relationships/notesMaster" Target="/ppt/notesMasters/notesMaster1.xml" Id="Rae53e9b5578045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af671c459c4ace" /><Relationship Type="http://schemas.openxmlformats.org/officeDocument/2006/relationships/notesMaster" Target="/ppt/notesMasters/notesMaster1.xml" Id="Rd6d318e414a140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2c10b15fc04e9c" /><Relationship Type="http://schemas.openxmlformats.org/officeDocument/2006/relationships/notesMaster" Target="/ppt/notesMasters/notesMaster1.xml" Id="R9c21ea4b906848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14c0d16b1a4c28" /><Relationship Type="http://schemas.openxmlformats.org/officeDocument/2006/relationships/notesMaster" Target="/ppt/notesMasters/notesMaster1.xml" Id="R4fb8367f40fc47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a25e1c745a40aa" /><Relationship Type="http://schemas.openxmlformats.org/officeDocument/2006/relationships/notesMaster" Target="/ppt/notesMasters/notesMaster1.xml" Id="Rbe43db67249b47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43d068e23b64d7c" /><Relationship Type="http://schemas.openxmlformats.org/officeDocument/2006/relationships/notesMaster" Target="/ppt/notesMasters/notesMaster1.xml" Id="Rb4c53eae4ccd4c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6c69014396471b" /><Relationship Type="http://schemas.openxmlformats.org/officeDocument/2006/relationships/notesMaster" Target="/ppt/notesMasters/notesMaster1.xml" Id="R3a6dae8c95aa46c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80121d88ad94529" /><Relationship Type="http://schemas.openxmlformats.org/officeDocument/2006/relationships/notesMaster" Target="/ppt/notesMasters/notesMaster1.xml" Id="Rb1d3c79fe447438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08cc2454cb949ee" /><Relationship Type="http://schemas.openxmlformats.org/officeDocument/2006/relationships/notesMaster" Target="/ppt/notesMasters/notesMaster1.xml" Id="R100f1a673ddd4c7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58313d90dfb4c96" /><Relationship Type="http://schemas.openxmlformats.org/officeDocument/2006/relationships/notesMaster" Target="/ppt/notesMasters/notesMaster1.xml" Id="Rb8a5da23d1a547a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261cb89501a4540" /><Relationship Type="http://schemas.openxmlformats.org/officeDocument/2006/relationships/notesMaster" Target="/ppt/notesMasters/notesMaster1.xml" Id="R21af58b4dd2641a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9a33b642c984398" /><Relationship Type="http://schemas.openxmlformats.org/officeDocument/2006/relationships/notesMaster" Target="/ppt/notesMasters/notesMaster1.xml" Id="R829b6c0498f94b9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f559c71b73d4847" /><Relationship Type="http://schemas.openxmlformats.org/officeDocument/2006/relationships/notesMaster" Target="/ppt/notesMasters/notesMaster1.xml" Id="Rc435eeb7f7d646d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fd260f150ec4bdc" /><Relationship Type="http://schemas.openxmlformats.org/officeDocument/2006/relationships/notesMaster" Target="/ppt/notesMasters/notesMaster1.xml" Id="Rc1ac252afcee42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Competitive context: https://help.shopify.com/en/manual/ai-powered-tools/sidekick . We do not claim competitors lack every element of this workflow.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Single application deployment in asia-southeast1; model location global. https://firebase.google.com/docs/firestore/manage-data/transactions . Model calls and HTTP verification are outside transaction callbacks.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Live text, image and function-call smoke tests performed on 2026-10-13 Shanghai time. https://docs.cloud.google.com/gemini-enterprise-agent-platform/models/gemini/3-8-flash 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Working draft as of 2026-10-13. Consult repository validation record and raw results for exact attempts, failures, runtime and prompt version. Automated completion is not semantic accuracy.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All demonstration feedback and specifications are authored synthetic data. The backpack image was AI-generated, not an original product photograph. Human research is not complete.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MerchReflex: Fix the page. Not just the ticket. Product: https://merchreflex-927668522599.asia-southeast1.run.app 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ea1f87058f44d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6ed52205c94fd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5d82850bb4465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26333920bf4ff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16b23f5d0d4b1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692a3c1ba5467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8332b6c91e476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2f39a8e51c4b5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6c886ca8bc4ac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0b80da781644a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7c56b11d4a49fd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C20F5F86-9CD6-4E79-AC92-D8C589E5D00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5045278F-660D-4799-82B4-DA86B6E06E0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FC724815-B6FA-4B43-AB29-F2A2E6CD7D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7C4AD349-776E-49B8-B460-A8E61DC9B4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BFC8E54E-502C-441A-A996-7C3B0C1CB9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4F9F55D7-C852-48B2-A68E-1825FAB702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C04860AB-5F6B-4DA5-A27A-5F1BF044BD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296824DE-FED6-4904-8ED1-9D2C2F7C8D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58FE0D23-7D27-49B1-8397-BC6960B6B8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CE2793E1-E28E-40C9-A625-5B9699833D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2CD98687-3BDF-41D6-A5F1-18B5C272F43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F6134B66-E4E0-44A1-8887-BBC602B358A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4BBD3C46-5311-4CD7-A91B-2D7F23ED0B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8D072585-3B78-4AD4-9A50-C217AEBAA5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CA91A6AA-7867-4335-8FAE-67589BE14F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7A270CEC-D1BF-413C-956E-8D715ADE56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0F39C75E-A2C9-4FE8-B43E-AA1DEAF136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81849AFD-954C-4A70-BA52-EA6C9578A7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942CC5BC-31BD-495D-AD71-AA06D3809F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C0794840-D35B-46B9-8511-FFBC468B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C5ECE459-EC35-4898-B75B-D6EED739E2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D8309CFF-85D4-45A4-BA50-980294E617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8F5CD007-4064-42DF-8673-BE2A742C5F1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72267956-4DA9-458C-83D4-EB03EA0014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72504A12-B122-4433-A559-5758F40F49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FA52B42F-D606-4A72-9A9A-04283491DF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BF8C6FEA-F4EF-420E-B40C-6BEE8841E8D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C57DD475-3DAF-4B73-8850-2F1CE7E961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7E0092B2-6FE6-4962-BF15-8F870D4569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F3DBBEF2-3EB6-4646-8F35-4A92EC3346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d7fe33cd0e46bb" /><Relationship Type="http://schemas.openxmlformats.org/officeDocument/2006/relationships/slideLayout" Target="/ppt/slideLayouts/slideLayout1.xml" Id="R06808c2bbf3c471b" /><Relationship Type="http://schemas.openxmlformats.org/officeDocument/2006/relationships/slideLayout" Target="/ppt/slideLayouts/slideLayout2.xml" Id="R309759154ccc4b9e" /><Relationship Type="http://schemas.openxmlformats.org/officeDocument/2006/relationships/slideLayout" Target="/ppt/slideLayouts/slideLayout3.xml" Id="R8b07f08024e446f8" /><Relationship Type="http://schemas.openxmlformats.org/officeDocument/2006/relationships/slideLayout" Target="/ppt/slideLayouts/slideLayout4.xml" Id="R1f7caea45be1400e" /><Relationship Type="http://schemas.openxmlformats.org/officeDocument/2006/relationships/slideLayout" Target="/ppt/slideLayouts/slideLayout5.xml" Id="Rda4068613e8a4ab2" /><Relationship Type="http://schemas.openxmlformats.org/officeDocument/2006/relationships/slideLayout" Target="/ppt/slideLayouts/slideLayout6.xml" Id="R9ce0a0edc9c5450d" /><Relationship Type="http://schemas.openxmlformats.org/officeDocument/2006/relationships/slideLayout" Target="/ppt/slideLayouts/slideLayout7.xml" Id="R6c9603e2f8314e21" /><Relationship Type="http://schemas.openxmlformats.org/officeDocument/2006/relationships/slideLayout" Target="/ppt/slideLayouts/slideLayout8.xml" Id="R9bbc8d23f87645a6" /><Relationship Type="http://schemas.openxmlformats.org/officeDocument/2006/relationships/slideLayout" Target="/ppt/slideLayouts/slideLayout9.xml" Id="R1cffb5027efe49f8" /><Relationship Type="http://schemas.openxmlformats.org/officeDocument/2006/relationships/slideLayout" Target="/ppt/slideLayouts/slideLayout10.xml" Id="R3f10fcddc821474d" /><Relationship Type="http://schemas.openxmlformats.org/officeDocument/2006/relationships/slideLayout" Target="/ppt/slideLayouts/slideLayout11.xml" Id="Rd2bda4b88cd94eb1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058EA38F-B787-47C8-9DB6-4980619956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7D9CB537-16C3-4161-A3B5-22C49942FE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3A561131-6802-4630-9C9F-7E36DD4CC8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808c2bbf3c471b"/>
    <p:sldLayoutId xmlns:r="http://schemas.openxmlformats.org/officeDocument/2006/relationships" id="2147483650" r:id="R309759154ccc4b9e"/>
    <p:sldLayoutId xmlns:r="http://schemas.openxmlformats.org/officeDocument/2006/relationships" id="2147483651" r:id="R8b07f08024e446f8"/>
    <p:sldLayoutId xmlns:r="http://schemas.openxmlformats.org/officeDocument/2006/relationships" id="2147483652" r:id="R1f7caea45be1400e"/>
    <p:sldLayoutId xmlns:r="http://schemas.openxmlformats.org/officeDocument/2006/relationships" id="2147483653" r:id="Rda4068613e8a4ab2"/>
    <p:sldLayoutId xmlns:r="http://schemas.openxmlformats.org/officeDocument/2006/relationships" id="2147483654" r:id="R9ce0a0edc9c5450d"/>
    <p:sldLayoutId xmlns:r="http://schemas.openxmlformats.org/officeDocument/2006/relationships" id="2147483655" r:id="R6c9603e2f8314e21"/>
    <p:sldLayoutId xmlns:r="http://schemas.openxmlformats.org/officeDocument/2006/relationships" id="2147483656" r:id="R9bbc8d23f87645a6"/>
    <p:sldLayoutId xmlns:r="http://schemas.openxmlformats.org/officeDocument/2006/relationships" id="2147483657" r:id="R1cffb5027efe49f8"/>
    <p:sldLayoutId xmlns:r="http://schemas.openxmlformats.org/officeDocument/2006/relationships" id="2147483658" r:id="R3f10fcddc821474d"/>
    <p:sldLayoutId xmlns:r="http://schemas.openxmlformats.org/officeDocument/2006/relationships" id="2147483659" r:id="Rd2bda4b88cd94eb1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f5f8d2c8064cf3" /><Relationship Type="http://schemas.openxmlformats.org/officeDocument/2006/relationships/image" Target="/ppt/media/image.png" Id="R3a774abe2f514057" /><Relationship Type="http://schemas.openxmlformats.org/officeDocument/2006/relationships/image" Target="/ppt/media/image2.png" Id="R6818d2a3aea94f50" /><Relationship Type="http://schemas.openxmlformats.org/officeDocument/2006/relationships/notesSlide" Target="/ppt/notesSlides/notesSlide1.xml" Id="R065697f8a90b4a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65775084a048d2" /><Relationship Type="http://schemas.openxmlformats.org/officeDocument/2006/relationships/image" Target="/ppt/media/image2.png" Id="R6960263924b3419b" /><Relationship Type="http://schemas.openxmlformats.org/officeDocument/2006/relationships/image" Target="/ppt/media/image3.png" Id="R67ce055f117d445f" /><Relationship Type="http://schemas.openxmlformats.org/officeDocument/2006/relationships/notesSlide" Target="/ppt/notesSlides/notesSlide2.xml" Id="R99f52d09f5a64b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97d05f7e114203" /><Relationship Type="http://schemas.openxmlformats.org/officeDocument/2006/relationships/image" Target="/ppt/media/image4.png" Id="Rfeeb9abf7776416b" /><Relationship Type="http://schemas.openxmlformats.org/officeDocument/2006/relationships/notesSlide" Target="/ppt/notesSlides/notesSlide3.xml" Id="R06dfeed70c3246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25e7f5a00145a7" /><Relationship Type="http://schemas.openxmlformats.org/officeDocument/2006/relationships/image" Target="/ppt/media/image2.png" Id="R9d5ca7d1d37247be" /><Relationship Type="http://schemas.openxmlformats.org/officeDocument/2006/relationships/image" Target="/ppt/media/image4.png" Id="Rc62da176f9ba499d" /><Relationship Type="http://schemas.openxmlformats.org/officeDocument/2006/relationships/notesSlide" Target="/ppt/notesSlides/notesSlide4.xml" Id="R15b4ba7d2c504f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939c014c4c418b" /><Relationship Type="http://schemas.openxmlformats.org/officeDocument/2006/relationships/image" Target="/ppt/media/image2.png" Id="Rb17ce96f94b44acf" /><Relationship Type="http://schemas.openxmlformats.org/officeDocument/2006/relationships/image" Target="/ppt/media/image4.png" Id="R8944c0a609cc462a" /><Relationship Type="http://schemas.openxmlformats.org/officeDocument/2006/relationships/notesSlide" Target="/ppt/notesSlides/notesSlide5.xml" Id="R0f02fb609c7a46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408729ad4a4e4b" /><Relationship Type="http://schemas.openxmlformats.org/officeDocument/2006/relationships/image" Target="/ppt/media/image2.png" Id="R016b8cb8afc94da6" /><Relationship Type="http://schemas.openxmlformats.org/officeDocument/2006/relationships/image" Target="/ppt/media/image4.png" Id="R60ecf3121837460e" /><Relationship Type="http://schemas.openxmlformats.org/officeDocument/2006/relationships/notesSlide" Target="/ppt/notesSlides/notesSlide6.xml" Id="Rcedc2a83301c49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fd21c4ea014443" /><Relationship Type="http://schemas.openxmlformats.org/officeDocument/2006/relationships/image" Target="/ppt/media/image2.png" Id="R425c00cbe966436c" /><Relationship Type="http://schemas.openxmlformats.org/officeDocument/2006/relationships/image" Target="/ppt/media/image4.png" Id="R3157f8c9c76d4aa4" /><Relationship Type="http://schemas.openxmlformats.org/officeDocument/2006/relationships/image" Target="/ppt/media/image.jpeg" Id="Rff73efc5b99b462b" /><Relationship Type="http://schemas.openxmlformats.org/officeDocument/2006/relationships/notesSlide" Target="/ppt/notesSlides/notesSlide7.xml" Id="R84ba1e1980b1490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4b2de5fb5b45c2" /><Relationship Type="http://schemas.openxmlformats.org/officeDocument/2006/relationships/image" Target="/ppt/media/image2.png" Id="Rb480dc78c3b840a9" /><Relationship Type="http://schemas.openxmlformats.org/officeDocument/2006/relationships/image" Target="/ppt/media/image4.png" Id="R701183a1d891459a" /><Relationship Type="http://schemas.openxmlformats.org/officeDocument/2006/relationships/notesSlide" Target="/ppt/notesSlides/notesSlide8.xml" Id="Re55954707d414e4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473f91ca73453c" /><Relationship Type="http://schemas.openxmlformats.org/officeDocument/2006/relationships/image" Target="/ppt/media/image2.png" Id="R8753b3ab6d4c4ca7" /><Relationship Type="http://schemas.openxmlformats.org/officeDocument/2006/relationships/image" Target="/ppt/media/image4.png" Id="R68aaa87f8d604500" /><Relationship Type="http://schemas.openxmlformats.org/officeDocument/2006/relationships/notesSlide" Target="/ppt/notesSlides/notesSlide9.xml" Id="R9022ca02f4884dc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e419166204da5" /><Relationship Type="http://schemas.openxmlformats.org/officeDocument/2006/relationships/image" Target="/ppt/media/image2.png" Id="R5379e52d882548f9" /><Relationship Type="http://schemas.openxmlformats.org/officeDocument/2006/relationships/image" Target="/ppt/media/image4.png" Id="Ra6b4369571414525" /><Relationship Type="http://schemas.openxmlformats.org/officeDocument/2006/relationships/notesSlide" Target="/ppt/notesSlides/notesSlide10.xml" Id="R74476b33ee6f48b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6f6fa82e1344b0" /><Relationship Type="http://schemas.openxmlformats.org/officeDocument/2006/relationships/image" Target="/ppt/media/image2.png" Id="R5b3893addd7541be" /><Relationship Type="http://schemas.openxmlformats.org/officeDocument/2006/relationships/image" Target="/ppt/media/image4.png" Id="R5ba967e1e5484848" /><Relationship Type="http://schemas.openxmlformats.org/officeDocument/2006/relationships/image" Target="/ppt/media/image2.jpeg" Id="Rcec8f27c753340aa" /><Relationship Type="http://schemas.openxmlformats.org/officeDocument/2006/relationships/notesSlide" Target="/ppt/notesSlides/notesSlide11.xml" Id="R5490471576c24b0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c2e103f9c541d1" /><Relationship Type="http://schemas.openxmlformats.org/officeDocument/2006/relationships/image" Target="/ppt/media/image2.png" Id="Rd85f0f20a7504091" /><Relationship Type="http://schemas.openxmlformats.org/officeDocument/2006/relationships/image" Target="/ppt/media/image4.png" Id="R5f1bb8a4641142fd" /><Relationship Type="http://schemas.openxmlformats.org/officeDocument/2006/relationships/notesSlide" Target="/ppt/notesSlides/notesSlide12.xml" Id="R23ad9e5adc5542c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ae8f50a2d44ce6" /><Relationship Type="http://schemas.openxmlformats.org/officeDocument/2006/relationships/image" Target="/ppt/media/image2.png" Id="R7cdce3c8fb0a4ee5" /><Relationship Type="http://schemas.openxmlformats.org/officeDocument/2006/relationships/image" Target="/ppt/media/image4.png" Id="R449f31fe4daf4800" /><Relationship Type="http://schemas.openxmlformats.org/officeDocument/2006/relationships/notesSlide" Target="/ppt/notesSlides/notesSlide13.xml" Id="R76546687f5234ba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4cbbecf30d4010" /><Relationship Type="http://schemas.openxmlformats.org/officeDocument/2006/relationships/image" Target="/ppt/media/image2.png" Id="R91ec2f2feb4f4751" /><Relationship Type="http://schemas.openxmlformats.org/officeDocument/2006/relationships/image" Target="/ppt/media/image4.png" Id="Rf304cd3620624437" /><Relationship Type="http://schemas.openxmlformats.org/officeDocument/2006/relationships/notesSlide" Target="/ppt/notesSlides/notesSlide14.xml" Id="R9564d6a7dee94a9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4b2992d8f14f16" /><Relationship Type="http://schemas.openxmlformats.org/officeDocument/2006/relationships/image" Target="/ppt/media/image2.png" Id="R48e6f99a134b4415" /><Relationship Type="http://schemas.openxmlformats.org/officeDocument/2006/relationships/image" Target="/ppt/media/image4.png" Id="R7e09e94c730948d6" /><Relationship Type="http://schemas.openxmlformats.org/officeDocument/2006/relationships/notesSlide" Target="/ppt/notesSlides/notesSlide15.xml" Id="R22ad7ab9826e40c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0fd4b4fb14ea2" /><Relationship Type="http://schemas.openxmlformats.org/officeDocument/2006/relationships/image" Target="/ppt/media/image2.png" Id="Rbf1600b1b3784bc7" /><Relationship Type="http://schemas.openxmlformats.org/officeDocument/2006/relationships/image" Target="/ppt/media/image5.png" Id="R1d256f0077884fcd" /><Relationship Type="http://schemas.openxmlformats.org/officeDocument/2006/relationships/notesSlide" Target="/ppt/notesSlides/notesSlide16.xml" Id="R9a6acc737f32481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5" name="Google Shape;55;p13">
            <a:extLst xmlns:a="http://schemas.openxmlformats.org/drawingml/2006/main">
              <a:ext uri="{FF2B5EF4-FFF2-40B4-BE49-F238E27FC236}">
                <a16:creationId xmlns:a16="http://schemas.microsoft.com/office/drawing/2014/main" id="{D8D6B309-FF61-44E9-915A-54201081A8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774abe2f51405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3"/>
            <a:ext cx="9144000" cy="27155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6" name="Google Shape;56;p13">
            <a:extLst xmlns:a="http://schemas.openxmlformats.org/drawingml/2006/main">
              <a:ext uri="{FF2B5EF4-FFF2-40B4-BE49-F238E27FC236}">
                <a16:creationId xmlns:a16="http://schemas.microsoft.com/office/drawing/2014/main" id="{27842F97-5F72-469E-8603-10C63890AF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818d2a3aea94f50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62223D6-96DC-4870-9087-64CC123C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590" y="2902649"/>
            <a:ext cx="8760047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defRPr>
            </a:pPr>
            <a:r>
              <a:rPr sz="1875" b="0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rPr>
              <a:t>MerchReflex</a:t>
            </a:r>
          </a:p>
          <a:p xmlns:a="http://schemas.openxmlformats.org/drawingml/2006/main">
            <a:pPr>
              <a:defRPr sz="1875" b="0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defRPr>
            </a:pPr>
            <a:r>
              <a:rPr sz="1875" b="0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rPr>
              <a:t>Team: Finfold Growth Lab</a:t>
            </a:r>
          </a:p>
          <a:p xmlns:a="http://schemas.openxmlformats.org/drawingml/2006/main">
            <a:pPr>
              <a:defRPr sz="1875" b="0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defRPr>
            </a:pPr>
            <a:r>
              <a:rPr sz="1875" b="0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rPr>
              <a:t>Team leader: Yue Zhao</a:t>
            </a:r>
          </a:p>
          <a:p xmlns:a="http://schemas.openxmlformats.org/drawingml/2006/main">
            <a:pPr>
              <a:defRPr sz="1875" b="0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defRPr>
            </a:pPr>
            <a:r>
              <a:rPr sz="1875" b="0">
                <a:solidFill>
                  <a:srgbClr val="000000"/>
                </a:solidFill>
                <a:latin typeface="Google Sans Flex SemiBold"/>
                <a:ea typeface="Google Sans Flex SemiBold"/>
                <a:cs typeface="Google Sans Flex SemiBold"/>
              </a:rPr>
              <a:t>Retail &amp; Commerce: evidence-backed page maintenance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9999A81-58A6-4F1D-91AB-BD9AF309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695825"/>
            <a:ext cx="838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12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Implementation draft · 13 October 2026</a:t>
            </a:r>
          </a:p>
        </p:txBody>
      </p:sp>
    </p:spTree>
    <p:extLst>
      <p:ext uri="{BB962C8B-B14F-4D97-AF65-F5344CB8AC3E}">
        <p14:creationId xmlns:p14="http://schemas.microsoft.com/office/powerpoint/2010/main" val="173164509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1" name="Google Shape;61;p14">
            <a:extLst xmlns:a="http://schemas.openxmlformats.org/drawingml/2006/main">
              <a:ext uri="{FF2B5EF4-FFF2-40B4-BE49-F238E27FC236}">
                <a16:creationId xmlns:a16="http://schemas.microsoft.com/office/drawing/2014/main" id="{F3A7DF47-FAAA-4BCB-8422-3C5D071EF9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960263924b3419b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2" name="Google Shape;62;p14">
            <a:extLst xmlns:a="http://schemas.openxmlformats.org/drawingml/2006/main">
              <a:ext uri="{FF2B5EF4-FFF2-40B4-BE49-F238E27FC236}">
                <a16:creationId xmlns:a16="http://schemas.microsoft.com/office/drawing/2014/main" id="{F3678819-1170-47B3-8F28-7AF54D73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>
            <a:extLst xmlns:a="http://schemas.openxmlformats.org/drawingml/2006/main">
              <a:ext uri="{FF2B5EF4-FFF2-40B4-BE49-F238E27FC236}">
                <a16:creationId xmlns:a16="http://schemas.microsoft.com/office/drawing/2014/main" id="{15E34987-5E10-4D01-BB19-975BA220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400175"/>
            <a:ext cx="337185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2025">
                <a:solidFill>
                  <a:srgbClr val="FFFFFF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2025">
                <a:solidFill>
                  <a:srgbClr val="FFFFFF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2025">
                <a:solidFill>
                  <a:srgbClr val="FFFFFF"/>
                </a:solidFill>
                <a:latin typeface="Google Sans Flex Medium"/>
                <a:ea typeface="Google Sans Flex Medium"/>
                <a:cs typeface="Google Sans Flex Medium"/>
              </a:rPr>
              <a:t>Fix the page.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2025">
                <a:solidFill>
                  <a:srgbClr val="FFFFFF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2025">
                <a:solidFill>
                  <a:srgbClr val="FFFFFF"/>
                </a:solidFill>
                <a:latin typeface="Google Sans Flex Medium"/>
                <a:ea typeface="Google Sans Flex Medium"/>
                <a:cs typeface="Google Sans Flex Medium"/>
              </a:rPr>
              <a:t>Not just the ticket.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2025">
                <a:solidFill>
                  <a:srgbClr val="FFFFFF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2025">
                <a:solidFill>
                  <a:srgbClr val="FFFFFF"/>
                </a:solidFill>
                <a:latin typeface="Google Sans Flex Medium"/>
                <a:ea typeface="Google Sans Flex Medium"/>
                <a:cs typeface="Google Sans Flex Medium"/>
              </a:rPr>
              <a:t>Customer feedback becomes a precise page repair, with visible evidence and a way back.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</a:endParaRPr>
          </a:p>
        </p:txBody>
      </p:sp>
      <p:pic>
        <p:nvPicPr>
          <p:cNvPr id="64" name="Google Shape;64;p14">
            <a:extLst xmlns:a="http://schemas.openxmlformats.org/drawingml/2006/main">
              <a:ext uri="{FF2B5EF4-FFF2-40B4-BE49-F238E27FC236}">
                <a16:creationId xmlns:a16="http://schemas.microsoft.com/office/drawing/2014/main" id="{123C834D-6889-4971-A3C3-1722F92385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ce055f117d445f">
            <a:alphaModFix/>
          </a:blip>
          <a:stretch xmlns:a="http://schemas.openxmlformats.org/drawingml/2006/main"/>
        </p:blipFill>
        <p:spPr>
          <a:xfrm xmlns:a="http://schemas.openxmlformats.org/drawingml/2006/main">
            <a:off x="1415466" y="1194675"/>
            <a:ext cx="2621725" cy="26217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  <a:effectLst xmlns:a="http://schemas.openxmlformats.org/drawingml/2006/main">
            <a:outerShdw blurRad="971550" dist="19050" dir="5400000" algn="bl" rotWithShape="0">
              <a:schemeClr val="lt1">
                <a:alpha val="50000"/>
              </a:schemeClr>
            </a:outerShdw>
          </a:effectLst>
        </p:spPr>
      </p:pic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C02EECE-38A8-468A-BD73-F78A7E53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125" b="0">
                <a:solidFill>
                  <a:srgbClr val="FFFFFF"/>
                </a:solidFill>
                <a:latin typeface="Google Sans Flex Medium"/>
                <a:ea typeface="Google Sans Flex Medium"/>
                <a:cs typeface="Google Sans Flex Medium"/>
              </a:rPr>
              <a:t>AI-generated image · synthetic product</a:t>
            </a:r>
          </a:p>
        </p:txBody>
      </p:sp>
    </p:spTree>
    <p:extLst>
      <p:ext uri="{BB962C8B-B14F-4D97-AF65-F5344CB8AC3E}">
        <p14:creationId xmlns:p14="http://schemas.microsoft.com/office/powerpoint/2010/main" val="90281105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9" name="Google Shape;69;p15">
            <a:extLst xmlns:a="http://schemas.openxmlformats.org/drawingml/2006/main">
              <a:ext uri="{FF2B5EF4-FFF2-40B4-BE49-F238E27FC236}">
                <a16:creationId xmlns:a16="http://schemas.microsoft.com/office/drawing/2014/main" id="{2341385C-A5D5-4208-9C6D-C28E1185EA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eb9abf7776416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0" name="Google Shape;70;p15">
            <a:extLst xmlns:a="http://schemas.openxmlformats.org/drawingml/2006/main">
              <a:ext uri="{FF2B5EF4-FFF2-40B4-BE49-F238E27FC236}">
                <a16:creationId xmlns:a16="http://schemas.microsoft.com/office/drawing/2014/main" id="{35A0177B-0634-4F33-B099-EB8E0A32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93589"/>
            <a:ext cx="9144000" cy="4991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>
            <a:extLst xmlns:a="http://schemas.openxmlformats.org/drawingml/2006/main">
              <a:ext uri="{FF2B5EF4-FFF2-40B4-BE49-F238E27FC236}">
                <a16:creationId xmlns:a16="http://schemas.microsoft.com/office/drawing/2014/main" id="{BD64C6F5-A056-473F-B1DE-751E5492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9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9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9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E1479BB-FA7E-4C1B-A917-A54DBD10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32485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A merchant receives the same product question again.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MerchReflex connects that question to the page, the product image and merchant-confirmed facts.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It proposes the smallest supported change, requests missing facts, and verifies the published version.</a:t>
            </a:r>
          </a:p>
        </p:txBody>
      </p:sp>
    </p:spTree>
    <p:extLst>
      <p:ext uri="{BB962C8B-B14F-4D97-AF65-F5344CB8AC3E}">
        <p14:creationId xmlns:p14="http://schemas.microsoft.com/office/powerpoint/2010/main" val="626433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6" name="Google Shape;76;p16">
            <a:extLst xmlns:a="http://schemas.openxmlformats.org/drawingml/2006/main">
              <a:ext uri="{FF2B5EF4-FFF2-40B4-BE49-F238E27FC236}">
                <a16:creationId xmlns:a16="http://schemas.microsoft.com/office/drawing/2014/main" id="{B3870069-7EE5-4B70-8C3C-044033A390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d5ca7d1d37247be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7" name="Google Shape;77;p16">
            <a:extLst xmlns:a="http://schemas.openxmlformats.org/drawingml/2006/main">
              <a:ext uri="{FF2B5EF4-FFF2-40B4-BE49-F238E27FC236}">
                <a16:creationId xmlns:a16="http://schemas.microsoft.com/office/drawing/2014/main" id="{6EAA4FB4-FB25-4F13-AB19-3655ABBAA0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2da176f9ba499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8" name="Google Shape;78;p16">
            <a:extLst xmlns:a="http://schemas.openxmlformats.org/drawingml/2006/main">
              <a:ext uri="{FF2B5EF4-FFF2-40B4-BE49-F238E27FC236}">
                <a16:creationId xmlns:a16="http://schemas.microsoft.com/office/drawing/2014/main" id="{74370DB0-6EF8-456D-B217-D98607B8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93589"/>
            <a:ext cx="9144000" cy="4991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>
            <a:extLst xmlns:a="http://schemas.openxmlformats.org/drawingml/2006/main">
              <a:ext uri="{FF2B5EF4-FFF2-40B4-BE49-F238E27FC236}">
                <a16:creationId xmlns:a16="http://schemas.microsoft.com/office/drawing/2014/main" id="{EB49F1B3-2247-4250-8BD3-8750F1B8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9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9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9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Opportunities</a:t>
            </a:r>
            <a:endParaRPr sz="1600">
              <a:latin typeface="Google Sans Flex SemiBold"/>
              <a:ea typeface="Google Sans Flex SemiBold"/>
              <a:cs typeface="Google Sans Flex SemiBold"/>
            </a:endParaRP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F15182D-FB5A-4687-8031-C782170F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32485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Existing assistants already edit products and request approval.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Our focus: distinguish page confusion from quality or delivery problems; resume after missing facts arrive; expire outdated approvals; verify the served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The hypothesis is less manual page-maintenance work. Merchant value remains to be measured.</a:t>
            </a:r>
          </a:p>
        </p:txBody>
      </p:sp>
    </p:spTree>
    <p:extLst>
      <p:ext uri="{BB962C8B-B14F-4D97-AF65-F5344CB8AC3E}">
        <p14:creationId xmlns:p14="http://schemas.microsoft.com/office/powerpoint/2010/main" val="200670023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4" name="Google Shape;84;p17">
            <a:extLst xmlns:a="http://schemas.openxmlformats.org/drawingml/2006/main">
              <a:ext uri="{FF2B5EF4-FFF2-40B4-BE49-F238E27FC236}">
                <a16:creationId xmlns:a16="http://schemas.microsoft.com/office/drawing/2014/main" id="{2FFAFB4F-B650-43D3-AAF0-24D633FD0E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17ce96f94b44acf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5" name="Google Shape;85;p17">
            <a:extLst xmlns:a="http://schemas.openxmlformats.org/drawingml/2006/main">
              <a:ext uri="{FF2B5EF4-FFF2-40B4-BE49-F238E27FC236}">
                <a16:creationId xmlns:a16="http://schemas.microsoft.com/office/drawing/2014/main" id="{AFC3BF43-3FDC-48EA-A6CE-3005B993E3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44c0a609cc462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6" name="Google Shape;86;p17">
            <a:extLst xmlns:a="http://schemas.openxmlformats.org/drawingml/2006/main">
              <a:ext uri="{FF2B5EF4-FFF2-40B4-BE49-F238E27FC236}">
                <a16:creationId xmlns:a16="http://schemas.microsoft.com/office/drawing/2014/main" id="{93F4FEA8-42A7-4205-BA57-89881820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93589"/>
            <a:ext cx="9144000" cy="4991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>
            <a:extLst xmlns:a="http://schemas.openxmlformats.org/drawingml/2006/main">
              <a:ext uri="{FF2B5EF4-FFF2-40B4-BE49-F238E27FC236}">
                <a16:creationId xmlns:a16="http://schemas.microsoft.com/office/drawing/2014/main" id="{ABD031E4-96C1-43AD-B6B9-5437EFAD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9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9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9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Features in the working prototype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BFF4344-9C41-4714-BC6B-5FAAA32C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32485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One product. Three editable fields.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Source-linked classification and minimal field differences</a:t>
            </a:r>
          </a:p>
          <a:p xmlns:a="http://schemas.openxmlformats.org/drawingml/2006/main">
            <a:pPr>
              <a:def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Merchant-confirmed supplements and reassessment</a:t>
            </a:r>
          </a:p>
          <a:p xmlns:a="http://schemas.openxmlformats.org/drawingml/2006/main">
            <a:pPr>
              <a:def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Approval bound to evidence, content and page versions</a:t>
            </a:r>
          </a:p>
          <a:p xmlns:a="http://schemas.openxmlformats.org/drawingml/2006/main">
            <a:pPr>
              <a:def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Transactional publication, served-page checks and rollback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Price, inventory, policy and certification edits are blocked.</a:t>
            </a:r>
          </a:p>
        </p:txBody>
      </p:sp>
    </p:spTree>
    <p:extLst>
      <p:ext uri="{BB962C8B-B14F-4D97-AF65-F5344CB8AC3E}">
        <p14:creationId xmlns:p14="http://schemas.microsoft.com/office/powerpoint/2010/main" val="50676239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2" name="Google Shape;92;p18">
            <a:extLst xmlns:a="http://schemas.openxmlformats.org/drawingml/2006/main">
              <a:ext uri="{FF2B5EF4-FFF2-40B4-BE49-F238E27FC236}">
                <a16:creationId xmlns:a16="http://schemas.microsoft.com/office/drawing/2014/main" id="{4F742606-F580-43A0-BE37-DC8D406F65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16b8cb8afc94da6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3" name="Google Shape;93;p18">
            <a:extLst xmlns:a="http://schemas.openxmlformats.org/drawingml/2006/main">
              <a:ext uri="{FF2B5EF4-FFF2-40B4-BE49-F238E27FC236}">
                <a16:creationId xmlns:a16="http://schemas.microsoft.com/office/drawing/2014/main" id="{7621A10A-63DC-4514-93B2-2E4A489A88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ecf3121837460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4" name="Google Shape;94;p18">
            <a:extLst xmlns:a="http://schemas.openxmlformats.org/drawingml/2006/main">
              <a:ext uri="{FF2B5EF4-FFF2-40B4-BE49-F238E27FC236}">
                <a16:creationId xmlns:a16="http://schemas.microsoft.com/office/drawing/2014/main" id="{57DDE420-D122-4E33-B81B-F2F8F0BA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93589"/>
            <a:ext cx="9144000" cy="4991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>
            <a:extLst xmlns:a="http://schemas.openxmlformats.org/drawingml/2006/main">
              <a:ext uri="{FF2B5EF4-FFF2-40B4-BE49-F238E27FC236}">
                <a16:creationId xmlns:a16="http://schemas.microsoft.com/office/drawing/2014/main" id="{138A66ED-BA0B-4842-AF23-2B10798E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9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9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9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Repair workflow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3706A79-9275-48EF-BC1A-5092996C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950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01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AE9008A-6F1F-47EF-9F39-CDDB6E39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811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00" b="1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Evidence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40C8BF1-F73B-4210-A4F6-F44CE9F0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381125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Feedback + specification + image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39E7A40-6402-4A32-8455-D857338B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90725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950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02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154D15B-9D5F-4895-89EF-05F43B37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907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00" b="1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Judgment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229B3F5-239D-4AAB-8DBC-1140D732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990725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Repair / request facts / conflict / human action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24CA6D5-63FA-4CB2-81C6-53D5DFB9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00325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950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03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D8138FD-3543-4759-AD4C-C7538B45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003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00" b="1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Review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69D51E7-5589-406E-9736-26C5BDFD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00325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Minimal patch + a separate semantic check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3780373-1B93-4B2D-9D45-0D4F16E9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09925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950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04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BC166BD-125B-4D63-A465-CB620B95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099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00" b="1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Approval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934CC89-2451-41D1-82F3-92AB1FEC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09925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Merchant accepts exact text and source revision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7C68C54-E608-4BF1-A9EC-65A201E0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9525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950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05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7069B1B-2F30-4FEF-A951-B78B21DA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95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00" b="1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Execution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DE14FE9-71E8-4DEB-B573-BA3CD719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819525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Publish → read served page → verify or restore</a:t>
            </a:r>
          </a:p>
        </p:txBody>
      </p:sp>
    </p:spTree>
    <p:extLst>
      <p:ext uri="{BB962C8B-B14F-4D97-AF65-F5344CB8AC3E}">
        <p14:creationId xmlns:p14="http://schemas.microsoft.com/office/powerpoint/2010/main" val="52848126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0" name="Google Shape;100;p19">
            <a:extLst xmlns:a="http://schemas.openxmlformats.org/drawingml/2006/main">
              <a:ext uri="{FF2B5EF4-FFF2-40B4-BE49-F238E27FC236}">
                <a16:creationId xmlns:a16="http://schemas.microsoft.com/office/drawing/2014/main" id="{33A58E04-61CE-478D-961E-A1C736937D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25c00cbe966436c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" name="Google Shape;101;p19">
            <a:extLst xmlns:a="http://schemas.openxmlformats.org/drawingml/2006/main">
              <a:ext uri="{FF2B5EF4-FFF2-40B4-BE49-F238E27FC236}">
                <a16:creationId xmlns:a16="http://schemas.microsoft.com/office/drawing/2014/main" id="{BC509F5F-0F45-413E-9B01-3265A6810F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57f8c9c76d4aa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2" name="Google Shape;102;p19">
            <a:extLst xmlns:a="http://schemas.openxmlformats.org/drawingml/2006/main">
              <a:ext uri="{FF2B5EF4-FFF2-40B4-BE49-F238E27FC236}">
                <a16:creationId xmlns:a16="http://schemas.microsoft.com/office/drawing/2014/main" id="{410172CC-D19C-4373-96B4-AD5E449C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93589"/>
            <a:ext cx="9144000" cy="4991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>
            <a:extLst xmlns:a="http://schemas.openxmlformats.org/drawingml/2006/main">
              <a:ext uri="{FF2B5EF4-FFF2-40B4-BE49-F238E27FC236}">
                <a16:creationId xmlns:a16="http://schemas.microsoft.com/office/drawing/2014/main" id="{188B0A9C-6802-4592-84B9-E2FEA801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9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9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9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Verification interface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pic>
        <p:nvPic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C89FF48-5424-4B99-BF5F-08AC288D72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73efc5b99b462b"/>
          <a:stretch xmlns:a="http://schemas.openxmlformats.org/drawingml/2006/main"/>
        </p:blipFill>
        <p:spPr>
          <a:xfrm xmlns:a="http://schemas.openxmlformats.org/drawingml/2006/main">
            <a:off x="1070398" y="1314450"/>
            <a:ext cx="3869478" cy="3429000"/>
          </a:xfrm>
          <a:prstGeom xmlns:a="http://schemas.openxmlformats.org/drawingml/2006/main" prst="rect">
            <a:avLst/>
          </a:prstGeom>
        </p:spPr>
      </p:pic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629A3B7-C5E8-42B0-8CC8-B1CE42A1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524000"/>
            <a:ext cx="27622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00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Published content is read back from the storefront.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00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Checks compare the actual served version with the approved changes.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00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Unresolved issues remain visible.</a:t>
            </a:r>
          </a:p>
        </p:txBody>
      </p:sp>
    </p:spTree>
    <p:extLst>
      <p:ext uri="{BB962C8B-B14F-4D97-AF65-F5344CB8AC3E}">
        <p14:creationId xmlns:p14="http://schemas.microsoft.com/office/powerpoint/2010/main" val="119326247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8" name="Google Shape;108;p20">
            <a:extLst xmlns:a="http://schemas.openxmlformats.org/drawingml/2006/main">
              <a:ext uri="{FF2B5EF4-FFF2-40B4-BE49-F238E27FC236}">
                <a16:creationId xmlns:a16="http://schemas.microsoft.com/office/drawing/2014/main" id="{0C393A6C-0CDF-4E28-99A2-73D667F650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480dc78c3b840a9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9" name="Google Shape;109;p20">
            <a:extLst xmlns:a="http://schemas.openxmlformats.org/drawingml/2006/main">
              <a:ext uri="{FF2B5EF4-FFF2-40B4-BE49-F238E27FC236}">
                <a16:creationId xmlns:a16="http://schemas.microsoft.com/office/drawing/2014/main" id="{3E856D9D-432B-4AA6-91DA-6BD69828A8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1183a1d891459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0" name="Google Shape;110;p20">
            <a:extLst xmlns:a="http://schemas.openxmlformats.org/drawingml/2006/main">
              <a:ext uri="{FF2B5EF4-FFF2-40B4-BE49-F238E27FC236}">
                <a16:creationId xmlns:a16="http://schemas.microsoft.com/office/drawing/2014/main" id="{3D02EDE8-E1EA-421E-BB22-4AD28EF2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93589"/>
            <a:ext cx="9144000" cy="4991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>
            <a:extLst xmlns:a="http://schemas.openxmlformats.org/drawingml/2006/main">
              <a:ext uri="{FF2B5EF4-FFF2-40B4-BE49-F238E27FC236}">
                <a16:creationId xmlns:a16="http://schemas.microsoft.com/office/drawing/2014/main" id="{51AB289A-E5C0-4F3B-8C07-E32879D5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9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9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9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Google Cloud architecture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921E488-BA1D-4465-8275-78D82E49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04950"/>
            <a:ext cx="2000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6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Browser</a:t>
            </a:r>
          </a:p>
          <a:p xmlns:a="http://schemas.openxmlformats.org/drawingml/2006/main">
            <a:pPr algn="ctr">
              <a:defRPr sz="16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Isolated session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4B88E2A-B5F5-4A66-A027-041D9FB8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7145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2250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→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285A632-AFF1-4E82-8531-6C40B62F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504950"/>
            <a:ext cx="26384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6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Cloud Run</a:t>
            </a:r>
          </a:p>
          <a:p xmlns:a="http://schemas.openxmlformats.org/drawingml/2006/main">
            <a:pPr algn="ctr">
              <a:defRPr sz="16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Next.js + server API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4F5DA4C-E664-4271-AEF8-BB1A8986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145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2250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↔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6BF60DC-E405-4F56-A0D0-967B3BC4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504950"/>
            <a:ext cx="2343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6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Gemini 3.8 Flash</a:t>
            </a:r>
          </a:p>
          <a:p xmlns:a="http://schemas.openxmlformats.org/drawingml/2006/main">
            <a:pPr algn="ctr">
              <a:defRPr sz="16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Read-only tools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2F6EA15-734A-48A2-BD24-6C7A3542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181350"/>
            <a:ext cx="37814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6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Firestore</a:t>
            </a:r>
          </a:p>
          <a:p xmlns:a="http://schemas.openxmlformats.org/drawingml/2006/main">
            <a:pPr algn="ctr">
              <a:defRPr sz="16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Evidence, runs, approvals, versions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15304A9-0E96-4B2A-A5C2-1C100868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81350"/>
            <a:ext cx="41433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algn="ctr">
              <a:defRPr sz="16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Private Cloud Storage</a:t>
            </a:r>
          </a:p>
          <a:p xmlns:a="http://schemas.openxmlformats.org/drawingml/2006/main">
            <a:pPr algn="ctr">
              <a:defRPr sz="16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Validated product images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B50D5FC-FB0B-4286-BCBB-9A16E2C9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832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650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Cloud Run handles writes and verification. The model has no publish tool.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B76C8D0-85C1-4B5F-A1A5-15A82FDA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62225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2250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↓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8E4C474-DDE7-4DF7-A097-9BFE94C4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62225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2250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↓</a:t>
            </a:r>
          </a:p>
        </p:txBody>
      </p:sp>
    </p:spTree>
    <p:extLst>
      <p:ext uri="{BB962C8B-B14F-4D97-AF65-F5344CB8AC3E}">
        <p14:creationId xmlns:p14="http://schemas.microsoft.com/office/powerpoint/2010/main" val="6690296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6" name="Google Shape;116;p21">
            <a:extLst xmlns:a="http://schemas.openxmlformats.org/drawingml/2006/main">
              <a:ext uri="{FF2B5EF4-FFF2-40B4-BE49-F238E27FC236}">
                <a16:creationId xmlns:a16="http://schemas.microsoft.com/office/drawing/2014/main" id="{6C74DB8F-56CB-46C2-99A9-9B8AD3AC3B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753b3ab6d4c4ca7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7" name="Google Shape;117;p21">
            <a:extLst xmlns:a="http://schemas.openxmlformats.org/drawingml/2006/main">
              <a:ext uri="{FF2B5EF4-FFF2-40B4-BE49-F238E27FC236}">
                <a16:creationId xmlns:a16="http://schemas.microsoft.com/office/drawing/2014/main" id="{CA04C1D4-3527-4E6F-BD57-E2D7F4EB83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aaa87f8d60450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8" name="Google Shape;118;p21">
            <a:extLst xmlns:a="http://schemas.openxmlformats.org/drawingml/2006/main">
              <a:ext uri="{FF2B5EF4-FFF2-40B4-BE49-F238E27FC236}">
                <a16:creationId xmlns:a16="http://schemas.microsoft.com/office/drawing/2014/main" id="{87D03190-4317-44B6-B5EE-7091B824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93589"/>
            <a:ext cx="9144000" cy="4991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>
            <a:extLst xmlns:a="http://schemas.openxmlformats.org/drawingml/2006/main">
              <a:ext uri="{FF2B5EF4-FFF2-40B4-BE49-F238E27FC236}">
                <a16:creationId xmlns:a16="http://schemas.microsoft.com/office/drawing/2014/main" id="{4E82227B-4F82-445F-A5C0-E605C467C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9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9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9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Technologies used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9DEB1C1-7C5C-4724-B6C9-BB2088CA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32485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Gemini 3.8 Flash through Google Gen AI SDK</a:t>
            </a:r>
          </a:p>
          <a:p xmlns:a="http://schemas.openxmlformats.org/drawingml/2006/main">
            <a:pPr>
              <a:def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Text, image, function calling and structured output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Next.js + TypeScript on Cloud Run</a:t>
            </a:r>
          </a:p>
          <a:p xmlns:a="http://schemas.openxmlformats.org/drawingml/2006/main">
            <a:pPr>
              <a:def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Firestore transactions + private Cloud Storage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Strict schemas, server-side limits, exact-origin checks, CSRF protection and HttpOnly session cookies</a:t>
            </a:r>
          </a:p>
        </p:txBody>
      </p:sp>
    </p:spTree>
    <p:extLst>
      <p:ext uri="{BB962C8B-B14F-4D97-AF65-F5344CB8AC3E}">
        <p14:creationId xmlns:p14="http://schemas.microsoft.com/office/powerpoint/2010/main" val="169101056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4" name="Google Shape;124;p22">
            <a:extLst xmlns:a="http://schemas.openxmlformats.org/drawingml/2006/main">
              <a:ext uri="{FF2B5EF4-FFF2-40B4-BE49-F238E27FC236}">
                <a16:creationId xmlns:a16="http://schemas.microsoft.com/office/drawing/2014/main" id="{93D01EE6-1587-43A0-9665-E8C7D1ED23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379e52d882548f9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25" name="Google Shape;125;p22">
            <a:extLst xmlns:a="http://schemas.openxmlformats.org/drawingml/2006/main">
              <a:ext uri="{FF2B5EF4-FFF2-40B4-BE49-F238E27FC236}">
                <a16:creationId xmlns:a16="http://schemas.microsoft.com/office/drawing/2014/main" id="{53F44361-5320-4C2D-B6C8-2D29C48898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b436957141452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6" name="Google Shape;126;p22">
            <a:extLst xmlns:a="http://schemas.openxmlformats.org/drawingml/2006/main">
              <a:ext uri="{FF2B5EF4-FFF2-40B4-BE49-F238E27FC236}">
                <a16:creationId xmlns:a16="http://schemas.microsoft.com/office/drawing/2014/main" id="{B10B4C65-96EA-4FEC-B6A0-8ABF197B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93589"/>
            <a:ext cx="9144000" cy="4991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>
            <a:extLst xmlns:a="http://schemas.openxmlformats.org/drawingml/2006/main">
              <a:ext uri="{FF2B5EF4-FFF2-40B4-BE49-F238E27FC236}">
                <a16:creationId xmlns:a16="http://schemas.microsoft.com/office/drawing/2014/main" id="{FA42650F-B37F-44A8-BD02-EE601913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9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9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9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Prototype operating budget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C2AC600-62D8-441B-9003-E8F22FF2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32485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CNY 500 total planning allowance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CNY 200  Model development and evaluation</a:t>
            </a:r>
          </a:p>
          <a:p xmlns:a="http://schemas.openxmlformats.org/drawingml/2006/main">
            <a:pPr>
              <a:def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CNY 150  Deployment, storage and judging availability</a:t>
            </a:r>
          </a:p>
          <a:p xmlns:a="http://schemas.openxmlformats.org/drawingml/2006/main">
            <a:pPr>
              <a:def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CNY 150  Reserve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Global model quota, daily limits, maximum two instances.</a:t>
            </a:r>
          </a:p>
          <a:p xmlns:a="http://schemas.openxmlformats.org/drawingml/2006/main">
            <a:pPr>
              <a:def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Budget alerts are not hard billing caps. No credits assumed.</a:t>
            </a:r>
          </a:p>
        </p:txBody>
      </p:sp>
    </p:spTree>
    <p:extLst>
      <p:ext uri="{BB962C8B-B14F-4D97-AF65-F5344CB8AC3E}">
        <p14:creationId xmlns:p14="http://schemas.microsoft.com/office/powerpoint/2010/main" val="72272814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2" name="Google Shape;132;p23">
            <a:extLst xmlns:a="http://schemas.openxmlformats.org/drawingml/2006/main">
              <a:ext uri="{FF2B5EF4-FFF2-40B4-BE49-F238E27FC236}">
                <a16:creationId xmlns:a16="http://schemas.microsoft.com/office/drawing/2014/main" id="{A3B87BC2-D0CB-4580-93EB-90B891839C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b3893addd7541be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3" name="Google Shape;133;p23">
            <a:extLst xmlns:a="http://schemas.openxmlformats.org/drawingml/2006/main">
              <a:ext uri="{FF2B5EF4-FFF2-40B4-BE49-F238E27FC236}">
                <a16:creationId xmlns:a16="http://schemas.microsoft.com/office/drawing/2014/main" id="{00C21E13-0440-4060-A979-99268FE49C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a967e1e548484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4" name="Google Shape;134;p23">
            <a:extLst xmlns:a="http://schemas.openxmlformats.org/drawingml/2006/main">
              <a:ext uri="{FF2B5EF4-FFF2-40B4-BE49-F238E27FC236}">
                <a16:creationId xmlns:a16="http://schemas.microsoft.com/office/drawing/2014/main" id="{DF3EDDD6-D256-4547-8879-84F04C41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93589"/>
            <a:ext cx="9144000" cy="4991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>
            <a:extLst xmlns:a="http://schemas.openxmlformats.org/drawingml/2006/main">
              <a:ext uri="{FF2B5EF4-FFF2-40B4-BE49-F238E27FC236}">
                <a16:creationId xmlns:a16="http://schemas.microsoft.com/office/drawing/2014/main" id="{A74DC850-BC37-44E8-B7FE-F87A07AC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9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9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9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Published prototype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pic>
        <p:nvPic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F9BD1F9C-C0CE-4B13-9E39-1C42B861A7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c8f27c753340aa"/>
          <a:stretch xmlns:a="http://schemas.openxmlformats.org/drawingml/2006/main"/>
        </p:blipFill>
        <p:spPr>
          <a:xfrm xmlns:a="http://schemas.openxmlformats.org/drawingml/2006/main">
            <a:off x="810064" y="1333500"/>
            <a:ext cx="4199646" cy="3419475"/>
          </a:xfrm>
          <a:prstGeom xmlns:a="http://schemas.openxmlformats.org/drawingml/2006/main" prst="rect">
            <a:avLst/>
          </a:prstGeom>
        </p:spPr>
      </p:pic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E0D1F544-D68E-495E-B035-38993D0C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428750"/>
            <a:ext cx="2895600" cy="3324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Observed on the live storefront: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The unsupported waterproof promise was replaced.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The image caption and FAQ clarify that the bottle is excluded.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Synthetic demo; no checkout.</a:t>
            </a:r>
          </a:p>
        </p:txBody>
      </p:sp>
    </p:spTree>
    <p:extLst>
      <p:ext uri="{BB962C8B-B14F-4D97-AF65-F5344CB8AC3E}">
        <p14:creationId xmlns:p14="http://schemas.microsoft.com/office/powerpoint/2010/main" val="7534914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0" name="Google Shape;140;p24">
            <a:extLst xmlns:a="http://schemas.openxmlformats.org/drawingml/2006/main">
              <a:ext uri="{FF2B5EF4-FFF2-40B4-BE49-F238E27FC236}">
                <a16:creationId xmlns:a16="http://schemas.microsoft.com/office/drawing/2014/main" id="{F97020B3-75D8-474E-867C-4B942198C6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85f0f20a7504091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1" name="Google Shape;141;p24">
            <a:extLst xmlns:a="http://schemas.openxmlformats.org/drawingml/2006/main">
              <a:ext uri="{FF2B5EF4-FFF2-40B4-BE49-F238E27FC236}">
                <a16:creationId xmlns:a16="http://schemas.microsoft.com/office/drawing/2014/main" id="{A5A2E7C3-FC09-457F-9B40-F685C7122D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1bb8a4641142f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2" name="Google Shape;142;p24">
            <a:extLst xmlns:a="http://schemas.openxmlformats.org/drawingml/2006/main">
              <a:ext uri="{FF2B5EF4-FFF2-40B4-BE49-F238E27FC236}">
                <a16:creationId xmlns:a16="http://schemas.microsoft.com/office/drawing/2014/main" id="{D693F69B-6D25-451C-9D2A-C243CAE0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93589"/>
            <a:ext cx="9144000" cy="4991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>
            <a:extLst xmlns:a="http://schemas.openxmlformats.org/drawingml/2006/main">
              <a:ext uri="{FF2B5EF4-FFF2-40B4-BE49-F238E27FC236}">
                <a16:creationId xmlns:a16="http://schemas.microsoft.com/office/drawing/2014/main" id="{794A7A8F-581E-45BC-B838-472D430B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9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9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9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Performance and evaluation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DE989DC7-0144-4A66-87AF-CDA05331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32485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23 execution and integrity tests pass locally.</a:t>
            </a:r>
          </a:p>
          <a:p xmlns:a="http://schemas.openxmlformats.org/drawingml/2006/main">
            <a:pPr>
              <a:def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Live publication, served-page verification and restoration have been exercised in the browser.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30 semantic cases: 18 development, 12 frozen holdout.</a:t>
            </a:r>
          </a:p>
          <a:p xmlns:a="http://schemas.openxmlformats.org/drawingml/2006/main">
            <a:pPr>
              <a:def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Same-model, single-response baseline.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Human semantic grading and merchant task testing remain pending. No accuracy or revenue claim is made.</a:t>
            </a:r>
          </a:p>
        </p:txBody>
      </p:sp>
    </p:spTree>
    <p:extLst>
      <p:ext uri="{BB962C8B-B14F-4D97-AF65-F5344CB8AC3E}">
        <p14:creationId xmlns:p14="http://schemas.microsoft.com/office/powerpoint/2010/main" val="105278518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8" name="Google Shape;148;p25">
            <a:extLst xmlns:a="http://schemas.openxmlformats.org/drawingml/2006/main">
              <a:ext uri="{FF2B5EF4-FFF2-40B4-BE49-F238E27FC236}">
                <a16:creationId xmlns:a16="http://schemas.microsoft.com/office/drawing/2014/main" id="{EFBEAE4C-8196-47B5-A767-8850E81E1F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cdce3c8fb0a4ee5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9" name="Google Shape;149;p25">
            <a:extLst xmlns:a="http://schemas.openxmlformats.org/drawingml/2006/main">
              <a:ext uri="{FF2B5EF4-FFF2-40B4-BE49-F238E27FC236}">
                <a16:creationId xmlns:a16="http://schemas.microsoft.com/office/drawing/2014/main" id="{B8F64C6D-EDB8-4083-B26C-F6B5628438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9f31fe4daf480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0" name="Google Shape;150;p25">
            <a:extLst xmlns:a="http://schemas.openxmlformats.org/drawingml/2006/main">
              <a:ext uri="{FF2B5EF4-FFF2-40B4-BE49-F238E27FC236}">
                <a16:creationId xmlns:a16="http://schemas.microsoft.com/office/drawing/2014/main" id="{5428058A-A101-4012-B8F8-A2A1EA76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93589"/>
            <a:ext cx="9144000" cy="4991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>
            <a:extLst xmlns:a="http://schemas.openxmlformats.org/drawingml/2006/main">
              <a:ext uri="{FF2B5EF4-FFF2-40B4-BE49-F238E27FC236}">
                <a16:creationId xmlns:a16="http://schemas.microsoft.com/office/drawing/2014/main" id="{9BEA9DB7-B043-4432-B250-A29FFD78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9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9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9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Future development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2C3521D5-9481-4D4B-99DC-449FBA77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32485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Before submission</a:t>
            </a:r>
          </a:p>
          <a:p xmlns:a="http://schemas.openxmlformats.org/drawingml/2006/main">
            <a:pPr>
              <a:def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Complete blind human grading, two task tests and merchant interviews; disclose failures.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After qualification</a:t>
            </a:r>
          </a:p>
          <a:p xmlns:a="http://schemas.openxmlformats.org/drawingml/2006/main">
            <a:pPr>
              <a:def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Use authorized merchant data, connect one development store, then test ongoing page maintenance.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Measure adoption and time saved before pricing or ROI claims.</a:t>
            </a:r>
          </a:p>
        </p:txBody>
      </p:sp>
    </p:spTree>
    <p:extLst>
      <p:ext uri="{BB962C8B-B14F-4D97-AF65-F5344CB8AC3E}">
        <p14:creationId xmlns:p14="http://schemas.microsoft.com/office/powerpoint/2010/main" val="205653030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6" name="Google Shape;156;p26">
            <a:extLst xmlns:a="http://schemas.openxmlformats.org/drawingml/2006/main">
              <a:ext uri="{FF2B5EF4-FFF2-40B4-BE49-F238E27FC236}">
                <a16:creationId xmlns:a16="http://schemas.microsoft.com/office/drawing/2014/main" id="{B17FA9EF-9F53-4421-9827-DBFA15636D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1ec2f2feb4f4751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7" name="Google Shape;157;p26">
            <a:extLst xmlns:a="http://schemas.openxmlformats.org/drawingml/2006/main">
              <a:ext uri="{FF2B5EF4-FFF2-40B4-BE49-F238E27FC236}">
                <a16:creationId xmlns:a16="http://schemas.microsoft.com/office/drawing/2014/main" id="{9C3571EF-9CD3-497E-BBED-7EC9766921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04cd3620624437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8" name="Google Shape;158;p26">
            <a:extLst xmlns:a="http://schemas.openxmlformats.org/drawingml/2006/main">
              <a:ext uri="{FF2B5EF4-FFF2-40B4-BE49-F238E27FC236}">
                <a16:creationId xmlns:a16="http://schemas.microsoft.com/office/drawing/2014/main" id="{0164A78D-28AB-4130-873C-931AFE93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93589"/>
            <a:ext cx="9144000" cy="4991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>
            <a:extLst xmlns:a="http://schemas.openxmlformats.org/drawingml/2006/main">
              <a:ext uri="{FF2B5EF4-FFF2-40B4-BE49-F238E27FC236}">
                <a16:creationId xmlns:a16="http://schemas.microsoft.com/office/drawing/2014/main" id="{3AAA9675-F7C3-44B0-8AF3-C2B27E4E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9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9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950">
                <a:solidFill>
                  <a:srgbClr val="000000"/>
                </a:solidFill>
                <a:latin typeface="Google Sans Flex Medium"/>
                <a:ea typeface="Google Sans Flex Medium"/>
                <a:cs typeface="Google Sans Flex Medium"/>
              </a:rPr>
              <a:t>Public prototype and source</a:t>
            </a:r>
            <a:endParaRPr sz="1600">
              <a:latin typeface="Google Sans Flex Medium"/>
              <a:ea typeface="Google Sans Flex Medium"/>
              <a:cs typeface="Google Sans Flex Medium"/>
            </a:endParaRP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EC47F9FD-B8C3-4BA6-8208-01C495E6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41057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GitHub</a:t>
            </a:r>
          </a:p>
          <a:p xmlns:a="http://schemas.openxmlformats.org/drawingml/2006/main">
            <a:pPr>
              <a:defRPr sz="172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https://github.com/joeymilano/merchreflex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Live product</a:t>
            </a:r>
          </a:p>
          <a:p xmlns:a="http://schemas.openxmlformats.org/drawingml/2006/main">
            <a:pPr>
              <a:defRPr sz="172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https://merchreflex-927668522599.asia-southeast1.run.app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English demonstration video</a:t>
            </a:r>
          </a:p>
          <a:p xmlns:a="http://schemas.openxmlformats.org/drawingml/2006/main">
            <a:pPr>
              <a:defRPr sz="172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72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Recording and final public link pending</a:t>
            </a:r>
          </a:p>
        </p:txBody>
      </p:sp>
    </p:spTree>
    <p:extLst>
      <p:ext uri="{BB962C8B-B14F-4D97-AF65-F5344CB8AC3E}">
        <p14:creationId xmlns:p14="http://schemas.microsoft.com/office/powerpoint/2010/main" val="98064153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4" name="Google Shape;164;p27">
            <a:extLst xmlns:a="http://schemas.openxmlformats.org/drawingml/2006/main">
              <a:ext uri="{FF2B5EF4-FFF2-40B4-BE49-F238E27FC236}">
                <a16:creationId xmlns:a16="http://schemas.microsoft.com/office/drawing/2014/main" id="{03069968-B0B8-4C0A-8F17-96DC113553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8e6f99a134b4415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5" name="Google Shape;165;p27">
            <a:extLst xmlns:a="http://schemas.openxmlformats.org/drawingml/2006/main">
              <a:ext uri="{FF2B5EF4-FFF2-40B4-BE49-F238E27FC236}">
                <a16:creationId xmlns:a16="http://schemas.microsoft.com/office/drawing/2014/main" id="{27BEA53C-DF6D-46C0-A443-3C68D34ED4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09e94c730948d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66" name="Google Shape;166;p27">
            <a:extLst xmlns:a="http://schemas.openxmlformats.org/drawingml/2006/main">
              <a:ext uri="{FF2B5EF4-FFF2-40B4-BE49-F238E27FC236}">
                <a16:creationId xmlns:a16="http://schemas.microsoft.com/office/drawing/2014/main" id="{A78AF96B-3773-43B3-B5A7-70DE84E1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93589"/>
            <a:ext cx="9144000" cy="4991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58BC4957-C96E-4338-BC87-08CBDB47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950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What the evidence does and does not show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1603E7D0-2746-4ABD-B1FF-39A2362C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32485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Synthetic product facts are labelled as merchant-confirmed demo data, not certifications.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Published content can be read, checked and restored.</a:t>
            </a:r>
          </a:p>
          <a:p xmlns:a="http://schemas.openxmlformats.org/drawingml/2006/main">
            <a:pPr>
              <a:def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A passed check does not prove lower returns or higher revenue.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Same-model verification can share mistakes.</a:t>
            </a:r>
          </a:p>
          <a:p xmlns:a="http://schemas.openxmlformats.org/drawingml/2006/main">
            <a:pPr>
              <a:def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defRPr>
            </a:pPr>
            <a:r>
              <a:rPr sz="1875" b="0">
                <a:solidFill>
                  <a:srgbClr val="202020"/>
                </a:solidFill>
                <a:latin typeface="Google Sans Flex Medium"/>
                <a:ea typeface="Google Sans Flex Medium"/>
                <a:cs typeface="Google Sans Flex Medium"/>
              </a:rPr>
              <a:t>The merchant retains the final decision.</a:t>
            </a:r>
          </a:p>
        </p:txBody>
      </p:sp>
    </p:spTree>
    <p:extLst>
      <p:ext uri="{BB962C8B-B14F-4D97-AF65-F5344CB8AC3E}">
        <p14:creationId xmlns:p14="http://schemas.microsoft.com/office/powerpoint/2010/main" val="23548892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1" name="Google Shape;171;p28">
            <a:extLst xmlns:a="http://schemas.openxmlformats.org/drawingml/2006/main">
              <a:ext uri="{FF2B5EF4-FFF2-40B4-BE49-F238E27FC236}">
                <a16:creationId xmlns:a16="http://schemas.microsoft.com/office/drawing/2014/main" id="{DD8582DF-801D-47D1-8A20-06E74FDFF8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f1600b1b3784bc7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72" name="Google Shape;172;p28">
            <a:extLst xmlns:a="http://schemas.openxmlformats.org/drawingml/2006/main">
              <a:ext uri="{FF2B5EF4-FFF2-40B4-BE49-F238E27FC236}">
                <a16:creationId xmlns:a16="http://schemas.microsoft.com/office/drawing/2014/main" id="{E2946A80-D5E1-407E-A368-7061E86248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256f0077884fc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1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88729411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2026-10-12T16:41:37.4700000Z</dcterms:created>
  <dcterms:modified xsi:type="dcterms:W3CDTF">2026-10-12T16:41:37.4700000Z</dcterms:modified>
</coreProperties>
</file>